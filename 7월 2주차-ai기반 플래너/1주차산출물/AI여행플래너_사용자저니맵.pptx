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02920" y="34747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여행 플래너 사용자 저니맵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12064" y="71323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문장 여행 요청에서 RAG 기반 후보 검색, 맞춤 코스 생성, 방문 전 확인까지 이어지는 경험 흐름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229924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321364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21364" y="147218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여행 니즈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9652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67084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어디 갈지 고민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339652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367084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정보가 흩어짐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339652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67084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문장으로 시작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>
            <a:off x="2665532" y="2596896"/>
            <a:ext cx="822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96" name="Google Shape;96;p13"/>
          <p:cNvSpPr/>
          <p:nvPr/>
        </p:nvSpPr>
        <p:spPr>
          <a:xfrm>
            <a:off x="2766116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2857556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857556" y="147218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조건 입력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2875844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2903276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지역/목적/동행자/일정</a:t>
            </a:r>
            <a:b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2875844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2903276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입력이 복잡하면 이탈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2875844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2903276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 프롬프트 제공</a:t>
            </a:r>
            <a:endParaRPr/>
          </a:p>
        </p:txBody>
      </p:sp>
      <p:cxnSp>
        <p:nvCxnSpPr>
          <p:cNvPr id="105" name="Google Shape;105;p13"/>
          <p:cNvCxnSpPr/>
          <p:nvPr/>
        </p:nvCxnSpPr>
        <p:spPr>
          <a:xfrm>
            <a:off x="4201724" y="2596896"/>
            <a:ext cx="822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06" name="Google Shape;106;p13"/>
          <p:cNvSpPr/>
          <p:nvPr/>
        </p:nvSpPr>
        <p:spPr>
          <a:xfrm>
            <a:off x="4302308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4393748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4393748" y="147218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AI 분석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4412036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4439468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 슬롯 추출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4412036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4439468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의도 해석 오류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412036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439468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누락 조건 재질문</a:t>
            </a:r>
            <a:endParaRPr/>
          </a:p>
        </p:txBody>
      </p:sp>
      <p:cxnSp>
        <p:nvCxnSpPr>
          <p:cNvPr id="115" name="Google Shape;115;p13"/>
          <p:cNvCxnSpPr/>
          <p:nvPr/>
        </p:nvCxnSpPr>
        <p:spPr>
          <a:xfrm>
            <a:off x="5737916" y="2596896"/>
            <a:ext cx="822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16" name="Google Shape;116;p13"/>
          <p:cNvSpPr/>
          <p:nvPr/>
        </p:nvSpPr>
        <p:spPr>
          <a:xfrm>
            <a:off x="5838500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5929940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5929940" y="147218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RAG 검색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5948228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5975660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관광지·시장·맛집 후보</a:t>
            </a:r>
            <a:b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5948228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5975660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 품질 편차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5948228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975660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기반 후보 검색</a:t>
            </a:r>
            <a:endParaRPr/>
          </a:p>
        </p:txBody>
      </p:sp>
      <p:cxnSp>
        <p:nvCxnSpPr>
          <p:cNvPr id="125" name="Google Shape;125;p13"/>
          <p:cNvCxnSpPr/>
          <p:nvPr/>
        </p:nvCxnSpPr>
        <p:spPr>
          <a:xfrm>
            <a:off x="7274108" y="2596896"/>
            <a:ext cx="822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26" name="Google Shape;126;p13"/>
          <p:cNvSpPr/>
          <p:nvPr/>
        </p:nvSpPr>
        <p:spPr>
          <a:xfrm>
            <a:off x="7374692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FFE4E6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7466132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7466132" y="147218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코스 생성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7484420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7511852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시간대별 일정 구성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7484420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7511852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 동선 고민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7484420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7511852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동선 제약 반영</a:t>
            </a:r>
            <a:endParaRPr/>
          </a:p>
        </p:txBody>
      </p:sp>
      <p:cxnSp>
        <p:nvCxnSpPr>
          <p:cNvPr id="135" name="Google Shape;135;p13"/>
          <p:cNvCxnSpPr/>
          <p:nvPr/>
        </p:nvCxnSpPr>
        <p:spPr>
          <a:xfrm>
            <a:off x="8810300" y="2596896"/>
            <a:ext cx="822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6" name="Google Shape;136;p13"/>
          <p:cNvSpPr/>
          <p:nvPr/>
        </p:nvSpPr>
        <p:spPr>
          <a:xfrm>
            <a:off x="8910884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9002324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9002324" y="147218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결과 확인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9020612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9048044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이유·리뷰 요약 확인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9020612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9048044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광고성 리뷰 피로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9020612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9048044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장점/주의점 요약</a:t>
            </a:r>
            <a:endParaRPr/>
          </a:p>
        </p:txBody>
      </p:sp>
      <p:cxnSp>
        <p:nvCxnSpPr>
          <p:cNvPr id="145" name="Google Shape;145;p13"/>
          <p:cNvCxnSpPr/>
          <p:nvPr/>
        </p:nvCxnSpPr>
        <p:spPr>
          <a:xfrm>
            <a:off x="10346492" y="2596896"/>
            <a:ext cx="822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46" name="Google Shape;146;p13"/>
          <p:cNvSpPr/>
          <p:nvPr/>
        </p:nvSpPr>
        <p:spPr>
          <a:xfrm>
            <a:off x="10447076" y="1353312"/>
            <a:ext cx="1417320" cy="2487168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10538516" y="1463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10538504" y="1523509"/>
            <a:ext cx="1234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방문 전 확인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10556804" y="2020824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10584236" y="2276856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지도/영업정보 확인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10556804" y="2743200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10584236" y="29900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휴무/가격 변동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10556804" y="3328416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10584236" y="3538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대체 코스 제시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1239068" y="4111746"/>
            <a:ext cx="1097280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</a:t>
            </a:r>
            <a:r>
              <a:rPr lang="en-US" sz="1600" b="1" i="0" u="none" strike="noStrike" cap="none" dirty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곡선</a:t>
            </a:r>
            <a:endParaRPr sz="1800" dirty="0"/>
          </a:p>
        </p:txBody>
      </p:sp>
      <p:cxnSp>
        <p:nvCxnSpPr>
          <p:cNvPr id="156" name="Google Shape;156;p13"/>
          <p:cNvCxnSpPr/>
          <p:nvPr/>
        </p:nvCxnSpPr>
        <p:spPr>
          <a:xfrm>
            <a:off x="1458524" y="5084064"/>
            <a:ext cx="11338560" cy="0"/>
          </a:xfrm>
          <a:prstGeom prst="straightConnector1">
            <a:avLst/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7" name="Google Shape;157;p13"/>
          <p:cNvCxnSpPr/>
          <p:nvPr/>
        </p:nvCxnSpPr>
        <p:spPr>
          <a:xfrm rot="10800000" flipH="1">
            <a:off x="2144324" y="5084064"/>
            <a:ext cx="2350008" cy="566928"/>
          </a:xfrm>
          <a:prstGeom prst="straightConnector1">
            <a:avLst/>
          </a:prstGeom>
          <a:noFill/>
          <a:ln w="27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8" name="Google Shape;158;p13"/>
          <p:cNvCxnSpPr/>
          <p:nvPr/>
        </p:nvCxnSpPr>
        <p:spPr>
          <a:xfrm rot="10800000" flipH="1">
            <a:off x="4494332" y="4764024"/>
            <a:ext cx="1490472" cy="320040"/>
          </a:xfrm>
          <a:prstGeom prst="straightConnector1">
            <a:avLst/>
          </a:prstGeom>
          <a:noFill/>
          <a:ln w="27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13"/>
          <p:cNvCxnSpPr/>
          <p:nvPr/>
        </p:nvCxnSpPr>
        <p:spPr>
          <a:xfrm>
            <a:off x="5984804" y="4764024"/>
            <a:ext cx="1527048" cy="0"/>
          </a:xfrm>
          <a:prstGeom prst="straightConnector1">
            <a:avLst/>
          </a:prstGeom>
          <a:noFill/>
          <a:ln w="27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60" name="Google Shape;160;p13"/>
          <p:cNvCxnSpPr/>
          <p:nvPr/>
        </p:nvCxnSpPr>
        <p:spPr>
          <a:xfrm rot="10800000" flipH="1">
            <a:off x="7511852" y="4517136"/>
            <a:ext cx="1490472" cy="246888"/>
          </a:xfrm>
          <a:prstGeom prst="straightConnector1">
            <a:avLst/>
          </a:prstGeom>
          <a:noFill/>
          <a:ln w="27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61" name="Google Shape;161;p13"/>
          <p:cNvCxnSpPr/>
          <p:nvPr/>
        </p:nvCxnSpPr>
        <p:spPr>
          <a:xfrm>
            <a:off x="9002324" y="4517136"/>
            <a:ext cx="1508760" cy="0"/>
          </a:xfrm>
          <a:prstGeom prst="straightConnector1">
            <a:avLst/>
          </a:prstGeom>
          <a:noFill/>
          <a:ln w="27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62" name="Google Shape;162;p13"/>
          <p:cNvCxnSpPr/>
          <p:nvPr/>
        </p:nvCxnSpPr>
        <p:spPr>
          <a:xfrm>
            <a:off x="10511084" y="4517136"/>
            <a:ext cx="2557800" cy="326400"/>
          </a:xfrm>
          <a:prstGeom prst="straightConnector1">
            <a:avLst/>
          </a:prstGeom>
          <a:noFill/>
          <a:ln w="27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63" name="Google Shape;163;p13"/>
          <p:cNvSpPr/>
          <p:nvPr/>
        </p:nvSpPr>
        <p:spPr>
          <a:xfrm>
            <a:off x="2089460" y="5596128"/>
            <a:ext cx="109728" cy="109728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1732844" y="5303520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막막함 -2</a:t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4439468" y="5029200"/>
            <a:ext cx="109728" cy="109728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4082852" y="4736592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+0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5929940" y="4709160"/>
            <a:ext cx="109728" cy="109728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5573324" y="4416552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안심 +1</a:t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7456988" y="4709160"/>
            <a:ext cx="109728" cy="109728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7100372" y="4416552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 +1</a:t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8947460" y="4462272"/>
            <a:ext cx="109728" cy="109728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8590844" y="4169664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흥미 +2</a:t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10456219" y="4462272"/>
            <a:ext cx="109728" cy="109728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10099604" y="4169664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 +2</a:t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13032355" y="4818910"/>
            <a:ext cx="109800" cy="109800"/>
          </a:xfrm>
          <a:prstGeom prst="ellipse">
            <a:avLst/>
          </a:prstGeom>
          <a:solidFill>
            <a:srgbClr val="2563EB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11608364" y="4416552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0" i="0" u="none" strike="noStrike" cap="none">
                <a:solidFill>
                  <a:srgbClr val="1E3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준비 됨 +1</a:t>
            </a:r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B10680C-AC9C-4E3B-8219-6E8CD1E3525E}"/>
              </a:ext>
            </a:extLst>
          </p:cNvPr>
          <p:cNvGrpSpPr/>
          <p:nvPr/>
        </p:nvGrpSpPr>
        <p:grpSpPr>
          <a:xfrm>
            <a:off x="2326675" y="5822580"/>
            <a:ext cx="10067544" cy="1051560"/>
            <a:chOff x="1293932" y="5715000"/>
            <a:chExt cx="10067544" cy="1051560"/>
          </a:xfrm>
        </p:grpSpPr>
        <p:sp>
          <p:nvSpPr>
            <p:cNvPr id="177" name="Google Shape;177;p13"/>
            <p:cNvSpPr/>
            <p:nvPr/>
          </p:nvSpPr>
          <p:spPr>
            <a:xfrm>
              <a:off x="1293932" y="5715000"/>
              <a:ext cx="3154680" cy="10515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3"/>
            <p:cNvSpPr txBox="1"/>
            <p:nvPr/>
          </p:nvSpPr>
          <p:spPr>
            <a:xfrm>
              <a:off x="1549430" y="5852160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가족</a:t>
              </a:r>
              <a:r>
                <a:rPr lang="en-US" sz="1300" b="1" i="0" u="none" strike="noStrike" cap="none" dirty="0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여행자</a:t>
              </a:r>
              <a:endParaRPr dirty="0"/>
            </a:p>
          </p:txBody>
        </p:sp>
        <p:sp>
          <p:nvSpPr>
            <p:cNvPr id="179" name="Google Shape;179;p13"/>
            <p:cNvSpPr txBox="1"/>
            <p:nvPr/>
          </p:nvSpPr>
          <p:spPr>
            <a:xfrm>
              <a:off x="1495640" y="6167358"/>
              <a:ext cx="2743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이동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부담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낮은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반나절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코스</a:t>
              </a:r>
              <a:endParaRPr dirty="0"/>
            </a:p>
          </p:txBody>
        </p:sp>
        <p:sp>
          <p:nvSpPr>
            <p:cNvPr id="180" name="Google Shape;180;p13"/>
            <p:cNvSpPr txBox="1"/>
            <p:nvPr/>
          </p:nvSpPr>
          <p:spPr>
            <a:xfrm>
              <a:off x="1452608" y="6425004"/>
              <a:ext cx="2743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관광지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+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식사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+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휴식</a:t>
              </a:r>
              <a:endParaRPr dirty="0"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2606096" y="6684264"/>
              <a:ext cx="530352" cy="45720"/>
            </a:xfrm>
            <a:prstGeom prst="rect">
              <a:avLst/>
            </a:prstGeom>
            <a:solidFill>
              <a:srgbClr val="047857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4750364" y="5715000"/>
              <a:ext cx="3154680" cy="10515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 txBox="1"/>
            <p:nvPr/>
          </p:nvSpPr>
          <p:spPr>
            <a:xfrm>
              <a:off x="5038133" y="5862918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친구</a:t>
              </a:r>
              <a:r>
                <a:rPr lang="en-US" sz="1300" b="1" i="0" u="none" strike="noStrike" cap="none" dirty="0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먹거리</a:t>
              </a:r>
              <a:r>
                <a:rPr lang="en-US" sz="1300" b="1" i="0" u="none" strike="noStrike" cap="none" dirty="0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여행</a:t>
              </a:r>
              <a:endParaRPr dirty="0"/>
            </a:p>
          </p:txBody>
        </p:sp>
        <p:sp>
          <p:nvSpPr>
            <p:cNvPr id="184" name="Google Shape;184;p13"/>
            <p:cNvSpPr txBox="1"/>
            <p:nvPr/>
          </p:nvSpPr>
          <p:spPr>
            <a:xfrm>
              <a:off x="4930556" y="6178116"/>
              <a:ext cx="2743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전통시장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+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맛집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+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카페</a:t>
              </a:r>
              <a:endParaRPr dirty="0"/>
            </a:p>
          </p:txBody>
        </p:sp>
        <p:sp>
          <p:nvSpPr>
            <p:cNvPr id="185" name="Google Shape;185;p13"/>
            <p:cNvSpPr txBox="1"/>
            <p:nvPr/>
          </p:nvSpPr>
          <p:spPr>
            <a:xfrm>
              <a:off x="4930556" y="6435762"/>
              <a:ext cx="2743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추천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메뉴와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리뷰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요약</a:t>
              </a:r>
              <a:endParaRPr dirty="0"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062528" y="6684264"/>
              <a:ext cx="530352" cy="4572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8206796" y="5715000"/>
              <a:ext cx="3154680" cy="10515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 txBox="1"/>
            <p:nvPr/>
          </p:nvSpPr>
          <p:spPr>
            <a:xfrm>
              <a:off x="8430018" y="5895192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커플</a:t>
              </a:r>
              <a:r>
                <a:rPr lang="en-US" sz="1300" b="1" i="0" u="none" strike="noStrike" cap="none" dirty="0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300" b="1" i="0" u="none" strike="noStrike" cap="none" dirty="0" err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데이트</a:t>
              </a:r>
              <a:endParaRPr dirty="0"/>
            </a:p>
          </p:txBody>
        </p:sp>
        <p:sp>
          <p:nvSpPr>
            <p:cNvPr id="189" name="Google Shape;189;p13"/>
            <p:cNvSpPr txBox="1"/>
            <p:nvPr/>
          </p:nvSpPr>
          <p:spPr>
            <a:xfrm>
              <a:off x="8365472" y="6188874"/>
              <a:ext cx="2743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문화공간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+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카페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+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산책</a:t>
              </a:r>
              <a:endParaRPr dirty="0"/>
            </a:p>
          </p:txBody>
        </p:sp>
        <p:sp>
          <p:nvSpPr>
            <p:cNvPr id="190" name="Google Shape;190;p13"/>
            <p:cNvSpPr txBox="1"/>
            <p:nvPr/>
          </p:nvSpPr>
          <p:spPr>
            <a:xfrm>
              <a:off x="8365472" y="6435762"/>
              <a:ext cx="2743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분위기와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사진</a:t>
              </a:r>
              <a:r>
                <a:rPr lang="en-US" sz="950" b="0" i="0" u="none" strike="noStrike" cap="none" dirty="0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950" b="0" i="0" u="none" strike="noStrike" cap="none" dirty="0" err="1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포인트</a:t>
              </a:r>
              <a:endParaRPr dirty="0"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9518960" y="6684264"/>
              <a:ext cx="530352" cy="4572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13"/>
          <p:cNvSpPr/>
          <p:nvPr/>
        </p:nvSpPr>
        <p:spPr>
          <a:xfrm>
            <a:off x="11983276" y="1353250"/>
            <a:ext cx="1417200" cy="24873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3"/>
          <p:cNvCxnSpPr/>
          <p:nvPr/>
        </p:nvCxnSpPr>
        <p:spPr>
          <a:xfrm>
            <a:off x="11882730" y="2596896"/>
            <a:ext cx="82200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4" name="Google Shape;194;p13"/>
          <p:cNvSpPr/>
          <p:nvPr/>
        </p:nvSpPr>
        <p:spPr>
          <a:xfrm>
            <a:off x="12074741" y="1472165"/>
            <a:ext cx="1234500" cy="3291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12074729" y="1529847"/>
            <a:ext cx="1234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lang="en-US" sz="103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. 방문 </a:t>
            </a:r>
            <a:r>
              <a:rPr lang="en-US" sz="103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및 리뷰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12146454" y="2029324"/>
            <a:ext cx="11979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행동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2120436" y="2378131"/>
            <a:ext cx="1143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QR스캔, 인증후 리뷰</a:t>
            </a:r>
            <a:endParaRPr/>
          </a:p>
        </p:txBody>
      </p:sp>
      <p:sp>
        <p:nvSpPr>
          <p:cNvPr id="198" name="Google Shape;198;p13"/>
          <p:cNvSpPr txBox="1"/>
          <p:nvPr/>
        </p:nvSpPr>
        <p:spPr>
          <a:xfrm>
            <a:off x="12146454" y="2751700"/>
            <a:ext cx="11979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Pain Point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12173911" y="3019651"/>
            <a:ext cx="11430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>
                <a:solidFill>
                  <a:srgbClr val="B91C1C"/>
                </a:solidFill>
                <a:latin typeface="Malgun Gothic"/>
                <a:ea typeface="Malgun Gothic"/>
                <a:cs typeface="Malgun Gothic"/>
                <a:sym typeface="Malgun Gothic"/>
              </a:rPr>
              <a:t>QR미비, 오류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12093004" y="3330954"/>
            <a:ext cx="11979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기회요소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12120436" y="3544253"/>
            <a:ext cx="11430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대체 </a:t>
            </a:r>
            <a:r>
              <a:rPr lang="en-US" sz="880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기록, 리뷰</a:t>
            </a:r>
            <a:r>
              <a:rPr lang="en-US" sz="880" b="0" i="0" u="none" strike="noStrike" cap="none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/>
        </p:nvSpPr>
        <p:spPr>
          <a:xfrm>
            <a:off x="502920" y="347472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여행 플래너 Process Flow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512064" y="71323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→ 조건 분석 → RAG 검색 → 코스 생성 → 요약/지도 → 피드백으로 이어지는 MVP 처리 흐름</a:t>
            </a:r>
            <a:endParaRPr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F2C907-FBDD-473A-B18C-CCB989AF40FB}"/>
              </a:ext>
            </a:extLst>
          </p:cNvPr>
          <p:cNvGrpSpPr/>
          <p:nvPr/>
        </p:nvGrpSpPr>
        <p:grpSpPr>
          <a:xfrm>
            <a:off x="2010609" y="1513602"/>
            <a:ext cx="10424160" cy="1005840"/>
            <a:chOff x="2322576" y="1481328"/>
            <a:chExt cx="10424160" cy="1005840"/>
          </a:xfrm>
        </p:grpSpPr>
        <p:sp>
          <p:nvSpPr>
            <p:cNvPr id="208" name="Google Shape;208;p14"/>
            <p:cNvSpPr/>
            <p:nvPr/>
          </p:nvSpPr>
          <p:spPr>
            <a:xfrm>
              <a:off x="2322576" y="1481328"/>
              <a:ext cx="1508760" cy="1005840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 w="127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4"/>
            <p:cNvSpPr txBox="1"/>
            <p:nvPr/>
          </p:nvSpPr>
          <p:spPr>
            <a:xfrm>
              <a:off x="2432304" y="1627632"/>
              <a:ext cx="1289304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여행 요청 입력</a:t>
              </a:r>
              <a:endParaRPr/>
            </a:p>
          </p:txBody>
        </p:sp>
        <p:sp>
          <p:nvSpPr>
            <p:cNvPr id="210" name="Google Shape;210;p14"/>
            <p:cNvSpPr txBox="1"/>
            <p:nvPr/>
          </p:nvSpPr>
          <p:spPr>
            <a:xfrm>
              <a:off x="2487168" y="2011680"/>
              <a:ext cx="1179576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예: 광주 당일치기</a:t>
              </a:r>
              <a:b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먹거리 위주 추천</a:t>
              </a:r>
              <a:endParaRPr/>
            </a:p>
          </p:txBody>
        </p:sp>
        <p:cxnSp>
          <p:nvCxnSpPr>
            <p:cNvPr id="211" name="Google Shape;211;p14"/>
            <p:cNvCxnSpPr/>
            <p:nvPr/>
          </p:nvCxnSpPr>
          <p:spPr>
            <a:xfrm>
              <a:off x="3877056" y="1984248"/>
              <a:ext cx="182880" cy="0"/>
            </a:xfrm>
            <a:prstGeom prst="straightConnector1">
              <a:avLst/>
            </a:prstGeom>
            <a:noFill/>
            <a:ln w="19050" cap="flat" cmpd="sng">
              <a:solidFill>
                <a:srgbClr val="64748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212" name="Google Shape;212;p14"/>
            <p:cNvSpPr/>
            <p:nvPr/>
          </p:nvSpPr>
          <p:spPr>
            <a:xfrm>
              <a:off x="4105656" y="1481328"/>
              <a:ext cx="1508760" cy="1005840"/>
            </a:xfrm>
            <a:prstGeom prst="roundRect">
              <a:avLst>
                <a:gd name="adj" fmla="val 16667"/>
              </a:avLst>
            </a:prstGeom>
            <a:solidFill>
              <a:srgbClr val="E0F2FE"/>
            </a:solidFill>
            <a:ln w="127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4"/>
            <p:cNvSpPr txBox="1"/>
            <p:nvPr/>
          </p:nvSpPr>
          <p:spPr>
            <a:xfrm>
              <a:off x="4215384" y="1627632"/>
              <a:ext cx="1289304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 슬롯 추출</a:t>
              </a:r>
              <a:endParaRPr/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4270248" y="2011680"/>
              <a:ext cx="1179576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지역·일정·동행자</a:t>
              </a:r>
              <a:b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목적·선호 파악</a:t>
              </a:r>
              <a:endParaRPr/>
            </a:p>
          </p:txBody>
        </p:sp>
        <p:cxnSp>
          <p:nvCxnSpPr>
            <p:cNvPr id="215" name="Google Shape;215;p14"/>
            <p:cNvCxnSpPr/>
            <p:nvPr/>
          </p:nvCxnSpPr>
          <p:spPr>
            <a:xfrm>
              <a:off x="5660135" y="1984248"/>
              <a:ext cx="182880" cy="0"/>
            </a:xfrm>
            <a:prstGeom prst="straightConnector1">
              <a:avLst/>
            </a:prstGeom>
            <a:noFill/>
            <a:ln w="19050" cap="flat" cmpd="sng">
              <a:solidFill>
                <a:srgbClr val="64748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216" name="Google Shape;216;p14"/>
            <p:cNvSpPr/>
            <p:nvPr/>
          </p:nvSpPr>
          <p:spPr>
            <a:xfrm>
              <a:off x="5888736" y="1481328"/>
              <a:ext cx="1508760" cy="1005840"/>
            </a:xfrm>
            <a:prstGeom prst="roundRect">
              <a:avLst>
                <a:gd name="adj" fmla="val 16667"/>
              </a:avLst>
            </a:prstGeom>
            <a:solidFill>
              <a:srgbClr val="DCFCE7"/>
            </a:solidFill>
            <a:ln w="127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 txBox="1"/>
            <p:nvPr/>
          </p:nvSpPr>
          <p:spPr>
            <a:xfrm>
              <a:off x="5998464" y="1627632"/>
              <a:ext cx="1289304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RAG 후보 검색</a:t>
              </a:r>
              <a:endParaRPr/>
            </a:p>
          </p:txBody>
        </p:sp>
        <p:sp>
          <p:nvSpPr>
            <p:cNvPr id="218" name="Google Shape;218;p14"/>
            <p:cNvSpPr txBox="1"/>
            <p:nvPr/>
          </p:nvSpPr>
          <p:spPr>
            <a:xfrm>
              <a:off x="6053328" y="2011680"/>
              <a:ext cx="1179576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관광지·전통시장</a:t>
              </a:r>
              <a:b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맛집·카페 Top-K</a:t>
              </a:r>
              <a:endParaRPr/>
            </a:p>
          </p:txBody>
        </p:sp>
        <p:cxnSp>
          <p:nvCxnSpPr>
            <p:cNvPr id="219" name="Google Shape;219;p14"/>
            <p:cNvCxnSpPr/>
            <p:nvPr/>
          </p:nvCxnSpPr>
          <p:spPr>
            <a:xfrm>
              <a:off x="7443216" y="1984248"/>
              <a:ext cx="182880" cy="0"/>
            </a:xfrm>
            <a:prstGeom prst="straightConnector1">
              <a:avLst/>
            </a:prstGeom>
            <a:noFill/>
            <a:ln w="19050" cap="flat" cmpd="sng">
              <a:solidFill>
                <a:srgbClr val="64748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220" name="Google Shape;220;p14"/>
            <p:cNvSpPr/>
            <p:nvPr/>
          </p:nvSpPr>
          <p:spPr>
            <a:xfrm>
              <a:off x="7671815" y="1481328"/>
              <a:ext cx="1508760" cy="100584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 w="127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4"/>
            <p:cNvSpPr txBox="1"/>
            <p:nvPr/>
          </p:nvSpPr>
          <p:spPr>
            <a:xfrm>
              <a:off x="7781543" y="1627632"/>
              <a:ext cx="1289304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코스 생성</a:t>
              </a:r>
              <a:endParaRPr/>
            </a:p>
          </p:txBody>
        </p:sp>
        <p:sp>
          <p:nvSpPr>
            <p:cNvPr id="222" name="Google Shape;222;p14"/>
            <p:cNvSpPr txBox="1"/>
            <p:nvPr/>
          </p:nvSpPr>
          <p:spPr>
            <a:xfrm>
              <a:off x="7836407" y="2011680"/>
              <a:ext cx="1179576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시간대별 방문 순서</a:t>
              </a:r>
              <a:b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추천 이유 생성</a:t>
              </a:r>
              <a:endParaRPr/>
            </a:p>
          </p:txBody>
        </p:sp>
        <p:cxnSp>
          <p:nvCxnSpPr>
            <p:cNvPr id="223" name="Google Shape;223;p14"/>
            <p:cNvCxnSpPr/>
            <p:nvPr/>
          </p:nvCxnSpPr>
          <p:spPr>
            <a:xfrm>
              <a:off x="9226296" y="1984248"/>
              <a:ext cx="182880" cy="0"/>
            </a:xfrm>
            <a:prstGeom prst="straightConnector1">
              <a:avLst/>
            </a:prstGeom>
            <a:noFill/>
            <a:ln w="19050" cap="flat" cmpd="sng">
              <a:solidFill>
                <a:srgbClr val="64748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224" name="Google Shape;224;p14"/>
            <p:cNvSpPr/>
            <p:nvPr/>
          </p:nvSpPr>
          <p:spPr>
            <a:xfrm>
              <a:off x="9454896" y="1481328"/>
              <a:ext cx="1508760" cy="1005840"/>
            </a:xfrm>
            <a:prstGeom prst="roundRect">
              <a:avLst>
                <a:gd name="adj" fmla="val 16667"/>
              </a:avLst>
            </a:prstGeom>
            <a:solidFill>
              <a:srgbClr val="FFE4E6"/>
            </a:solidFill>
            <a:ln w="127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4"/>
            <p:cNvSpPr txBox="1"/>
            <p:nvPr/>
          </p:nvSpPr>
          <p:spPr>
            <a:xfrm>
              <a:off x="9564624" y="1627632"/>
              <a:ext cx="1289304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리뷰/근거 요약</a:t>
              </a:r>
              <a:endParaRPr/>
            </a:p>
          </p:txBody>
        </p:sp>
        <p:sp>
          <p:nvSpPr>
            <p:cNvPr id="226" name="Google Shape;226;p14"/>
            <p:cNvSpPr txBox="1"/>
            <p:nvPr/>
          </p:nvSpPr>
          <p:spPr>
            <a:xfrm>
              <a:off x="9619488" y="2011680"/>
              <a:ext cx="1179576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장점·주의점</a:t>
              </a:r>
              <a:b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출처 표시</a:t>
              </a:r>
              <a:endParaRPr/>
            </a:p>
          </p:txBody>
        </p:sp>
        <p:cxnSp>
          <p:nvCxnSpPr>
            <p:cNvPr id="227" name="Google Shape;227;p14"/>
            <p:cNvCxnSpPr/>
            <p:nvPr/>
          </p:nvCxnSpPr>
          <p:spPr>
            <a:xfrm>
              <a:off x="11009376" y="1984248"/>
              <a:ext cx="182880" cy="0"/>
            </a:xfrm>
            <a:prstGeom prst="straightConnector1">
              <a:avLst/>
            </a:prstGeom>
            <a:noFill/>
            <a:ln w="19050" cap="flat" cmpd="sng">
              <a:solidFill>
                <a:srgbClr val="64748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</p:cxnSp>
        <p:sp>
          <p:nvSpPr>
            <p:cNvPr id="228" name="Google Shape;228;p14"/>
            <p:cNvSpPr/>
            <p:nvPr/>
          </p:nvSpPr>
          <p:spPr>
            <a:xfrm>
              <a:off x="11237976" y="1481328"/>
              <a:ext cx="1508760" cy="1005840"/>
            </a:xfrm>
            <a:prstGeom prst="roundRect">
              <a:avLst>
                <a:gd name="adj" fmla="val 16667"/>
              </a:avLst>
            </a:prstGeom>
            <a:solidFill>
              <a:srgbClr val="EDE9FE"/>
            </a:solidFill>
            <a:ln w="127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4"/>
            <p:cNvSpPr txBox="1"/>
            <p:nvPr/>
          </p:nvSpPr>
          <p:spPr>
            <a:xfrm>
              <a:off x="11347703" y="1627632"/>
              <a:ext cx="1289304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지도/저장</a:t>
              </a:r>
              <a:endParaRPr/>
            </a:p>
          </p:txBody>
        </p:sp>
        <p:sp>
          <p:nvSpPr>
            <p:cNvPr id="230" name="Google Shape;230;p14"/>
            <p:cNvSpPr txBox="1"/>
            <p:nvPr/>
          </p:nvSpPr>
          <p:spPr>
            <a:xfrm>
              <a:off x="11402568" y="2011680"/>
              <a:ext cx="1179576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지도 링크</a:t>
              </a:r>
              <a:b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69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재생성·피드백</a:t>
              </a:r>
              <a:endParaRPr/>
            </a:p>
          </p:txBody>
        </p:sp>
      </p:grpSp>
      <p:sp>
        <p:nvSpPr>
          <p:cNvPr id="231" name="Google Shape;231;p14"/>
          <p:cNvSpPr/>
          <p:nvPr/>
        </p:nvSpPr>
        <p:spPr>
          <a:xfrm>
            <a:off x="1883664" y="2944368"/>
            <a:ext cx="1074420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2029968" y="307238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b="1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처리 레인</a:t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3672120" y="3392424"/>
            <a:ext cx="164592" cy="164592"/>
          </a:xfrm>
          <a:prstGeom prst="ellipse">
            <a:avLst/>
          </a:prstGeom>
          <a:solidFill>
            <a:srgbClr val="0F766E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3901556" y="333756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개인정보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</a:t>
            </a:r>
            <a:endParaRPr dirty="0"/>
          </a:p>
        </p:txBody>
      </p:sp>
      <p:sp>
        <p:nvSpPr>
          <p:cNvPr id="236" name="Google Shape;236;p14"/>
          <p:cNvSpPr/>
          <p:nvPr/>
        </p:nvSpPr>
        <p:spPr>
          <a:xfrm>
            <a:off x="5084064" y="3392424"/>
            <a:ext cx="164592" cy="164592"/>
          </a:xfrm>
          <a:prstGeom prst="ellipse">
            <a:avLst/>
          </a:prstGeom>
          <a:solidFill>
            <a:srgbClr val="0F766E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5147198" y="333756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JSON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구조화</a:t>
            </a:r>
            <a:endParaRPr dirty="0"/>
          </a:p>
        </p:txBody>
      </p:sp>
      <p:sp>
        <p:nvSpPr>
          <p:cNvPr id="239" name="Google Shape;239;p14"/>
          <p:cNvSpPr/>
          <p:nvPr/>
        </p:nvSpPr>
        <p:spPr>
          <a:xfrm>
            <a:off x="6273318" y="3392424"/>
            <a:ext cx="164592" cy="164592"/>
          </a:xfrm>
          <a:prstGeom prst="ellipse">
            <a:avLst/>
          </a:prstGeom>
          <a:solidFill>
            <a:srgbClr val="0F766E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6464262" y="3421463"/>
            <a:ext cx="1183884" cy="14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임베딩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유사도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</a:t>
            </a:r>
            <a:endParaRPr dirty="0"/>
          </a:p>
        </p:txBody>
      </p:sp>
      <p:sp>
        <p:nvSpPr>
          <p:cNvPr id="242" name="Google Shape;242;p14"/>
          <p:cNvSpPr/>
          <p:nvPr/>
        </p:nvSpPr>
        <p:spPr>
          <a:xfrm>
            <a:off x="7754652" y="3392424"/>
            <a:ext cx="164592" cy="164592"/>
          </a:xfrm>
          <a:prstGeom prst="ellipse">
            <a:avLst/>
          </a:prstGeom>
          <a:solidFill>
            <a:srgbClr val="0F766E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7938066" y="333756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동선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제약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</a:t>
            </a:r>
            <a:endParaRPr dirty="0"/>
          </a:p>
        </p:txBody>
      </p:sp>
      <p:sp>
        <p:nvSpPr>
          <p:cNvPr id="245" name="Google Shape;245;p14"/>
          <p:cNvSpPr/>
          <p:nvPr/>
        </p:nvSpPr>
        <p:spPr>
          <a:xfrm>
            <a:off x="9133782" y="3392424"/>
            <a:ext cx="164592" cy="164592"/>
          </a:xfrm>
          <a:prstGeom prst="ellipse">
            <a:avLst/>
          </a:prstGeom>
          <a:solidFill>
            <a:srgbClr val="0F766E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9191090" y="333756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요약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매핑</a:t>
            </a:r>
            <a:endParaRPr dirty="0"/>
          </a:p>
        </p:txBody>
      </p:sp>
      <p:sp>
        <p:nvSpPr>
          <p:cNvPr id="248" name="Google Shape;248;p14"/>
          <p:cNvSpPr/>
          <p:nvPr/>
        </p:nvSpPr>
        <p:spPr>
          <a:xfrm>
            <a:off x="10387584" y="3386074"/>
            <a:ext cx="164592" cy="164592"/>
          </a:xfrm>
          <a:prstGeom prst="ellipse">
            <a:avLst/>
          </a:prstGeom>
          <a:solidFill>
            <a:srgbClr val="0F766E"/>
          </a:solidFill>
          <a:ln w="20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10593038" y="333121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URL +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</a:t>
            </a:r>
            <a:r>
              <a:rPr lang="en-US" sz="690" b="0" i="0" u="none" strike="noStrike" cap="none" dirty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90" b="0" i="0" u="none" strike="noStrike" cap="none" dirty="0" err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</a:t>
            </a:r>
            <a:endParaRPr dirty="0"/>
          </a:p>
        </p:txBody>
      </p:sp>
      <p:sp>
        <p:nvSpPr>
          <p:cNvPr id="250" name="Google Shape;250;p14"/>
          <p:cNvSpPr txBox="1"/>
          <p:nvPr/>
        </p:nvSpPr>
        <p:spPr>
          <a:xfrm>
            <a:off x="1938528" y="40050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 b="1" i="0" u="none" strike="noStrike" cap="non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목적별 분기</a:t>
            </a:r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A238902-96C8-4A21-8B78-02615EC10490}"/>
              </a:ext>
            </a:extLst>
          </p:cNvPr>
          <p:cNvGrpSpPr/>
          <p:nvPr/>
        </p:nvGrpSpPr>
        <p:grpSpPr>
          <a:xfrm>
            <a:off x="2215008" y="4326726"/>
            <a:ext cx="10040111" cy="1014443"/>
            <a:chOff x="1956816" y="4315968"/>
            <a:chExt cx="10040111" cy="1014443"/>
          </a:xfrm>
        </p:grpSpPr>
        <p:sp>
          <p:nvSpPr>
            <p:cNvPr id="251" name="Google Shape;251;p14"/>
            <p:cNvSpPr/>
            <p:nvPr/>
          </p:nvSpPr>
          <p:spPr>
            <a:xfrm>
              <a:off x="1956816" y="4315968"/>
              <a:ext cx="1773936" cy="10058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1956816" y="4315968"/>
              <a:ext cx="1773936" cy="82296"/>
            </a:xfrm>
            <a:prstGeom prst="rect">
              <a:avLst/>
            </a:prstGeom>
            <a:solidFill>
              <a:srgbClr val="047857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4"/>
            <p:cNvSpPr txBox="1"/>
            <p:nvPr/>
          </p:nvSpPr>
          <p:spPr>
            <a:xfrm>
              <a:off x="2075688" y="4526280"/>
              <a:ext cx="15361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가족 여행</a:t>
              </a:r>
              <a:endParaRPr/>
            </a:p>
          </p:txBody>
        </p:sp>
        <p:sp>
          <p:nvSpPr>
            <p:cNvPr id="254" name="Google Shape;254;p14"/>
            <p:cNvSpPr txBox="1"/>
            <p:nvPr/>
          </p:nvSpPr>
          <p:spPr>
            <a:xfrm>
              <a:off x="2075688" y="4892040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0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관광지 + 식사 + 휴식</a:t>
              </a:r>
              <a:endParaRPr/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2075688" y="5101811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주차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/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휴무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확인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안내</a:t>
              </a:r>
              <a:endParaRPr dirty="0"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023360" y="4315968"/>
              <a:ext cx="1773936" cy="10058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023360" y="4315968"/>
              <a:ext cx="1773936" cy="82296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4"/>
            <p:cNvSpPr txBox="1"/>
            <p:nvPr/>
          </p:nvSpPr>
          <p:spPr>
            <a:xfrm>
              <a:off x="4142232" y="4526280"/>
              <a:ext cx="15361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먹거리 여행</a:t>
              </a:r>
              <a:endParaRPr/>
            </a:p>
          </p:txBody>
        </p:sp>
        <p:sp>
          <p:nvSpPr>
            <p:cNvPr id="259" name="Google Shape;259;p14"/>
            <p:cNvSpPr txBox="1"/>
            <p:nvPr/>
          </p:nvSpPr>
          <p:spPr>
            <a:xfrm>
              <a:off x="4142232" y="4892040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0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전통시장 + 맛집 + 카페</a:t>
              </a:r>
              <a:endParaRPr/>
            </a:p>
          </p:txBody>
        </p:sp>
        <p:sp>
          <p:nvSpPr>
            <p:cNvPr id="260" name="Google Shape;260;p14"/>
            <p:cNvSpPr txBox="1"/>
            <p:nvPr/>
          </p:nvSpPr>
          <p:spPr>
            <a:xfrm>
              <a:off x="4142232" y="5101811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혼잡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/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리뷰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근거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표시</a:t>
              </a:r>
              <a:endParaRPr dirty="0"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6089904" y="4315968"/>
              <a:ext cx="1773936" cy="10058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6089904" y="4315968"/>
              <a:ext cx="1773936" cy="82296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6208776" y="4526280"/>
              <a:ext cx="15361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커플 데이트</a:t>
              </a:r>
              <a:endParaRPr/>
            </a:p>
          </p:txBody>
        </p:sp>
        <p:sp>
          <p:nvSpPr>
            <p:cNvPr id="264" name="Google Shape;264;p14"/>
            <p:cNvSpPr txBox="1"/>
            <p:nvPr/>
          </p:nvSpPr>
          <p:spPr>
            <a:xfrm>
              <a:off x="6208776" y="4892040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0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문화공간 + 카페 + 산책</a:t>
              </a:r>
              <a:endParaRPr/>
            </a:p>
          </p:txBody>
        </p:sp>
        <p:sp>
          <p:nvSpPr>
            <p:cNvPr id="265" name="Google Shape;265;p14"/>
            <p:cNvSpPr txBox="1"/>
            <p:nvPr/>
          </p:nvSpPr>
          <p:spPr>
            <a:xfrm>
              <a:off x="6208776" y="5101811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날씨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/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분위기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고려</a:t>
              </a:r>
              <a:endParaRPr dirty="0"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8156448" y="4315968"/>
              <a:ext cx="1773936" cy="10058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8156448" y="4315968"/>
              <a:ext cx="1773936" cy="82296"/>
            </a:xfrm>
            <a:prstGeom prst="rect">
              <a:avLst/>
            </a:prstGeom>
            <a:solidFill>
              <a:srgbClr val="64748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4"/>
            <p:cNvSpPr txBox="1"/>
            <p:nvPr/>
          </p:nvSpPr>
          <p:spPr>
            <a:xfrm>
              <a:off x="8275319" y="4526280"/>
              <a:ext cx="15361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부족</a:t>
              </a:r>
              <a:endParaRPr/>
            </a:p>
          </p:txBody>
        </p:sp>
        <p:sp>
          <p:nvSpPr>
            <p:cNvPr id="269" name="Google Shape;269;p14"/>
            <p:cNvSpPr txBox="1"/>
            <p:nvPr/>
          </p:nvSpPr>
          <p:spPr>
            <a:xfrm>
              <a:off x="8275319" y="4892040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0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범위 확장 또는 샘플 코스</a:t>
              </a:r>
              <a:endParaRPr/>
            </a:p>
          </p:txBody>
        </p:sp>
        <p:sp>
          <p:nvSpPr>
            <p:cNvPr id="270" name="Google Shape;270;p14"/>
            <p:cNvSpPr txBox="1"/>
            <p:nvPr/>
          </p:nvSpPr>
          <p:spPr>
            <a:xfrm>
              <a:off x="8275319" y="5101811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출처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부족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표시</a:t>
              </a:r>
              <a:endParaRPr dirty="0"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10222991" y="4315968"/>
              <a:ext cx="1773936" cy="10058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10222991" y="4315968"/>
              <a:ext cx="1773936" cy="82296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4"/>
            <p:cNvSpPr txBox="1"/>
            <p:nvPr/>
          </p:nvSpPr>
          <p:spPr>
            <a:xfrm>
              <a:off x="10341864" y="4526280"/>
              <a:ext cx="15361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 오류</a:t>
              </a:r>
              <a:endParaRPr/>
            </a:p>
          </p:txBody>
        </p:sp>
        <p:sp>
          <p:nvSpPr>
            <p:cNvPr id="274" name="Google Shape;274;p14"/>
            <p:cNvSpPr txBox="1"/>
            <p:nvPr/>
          </p:nvSpPr>
          <p:spPr>
            <a:xfrm>
              <a:off x="10341864" y="4892040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0" b="0" i="0" u="none" strike="noStrike" cap="none">
                  <a:solidFill>
                    <a:srgbClr val="47556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캐시/템플릿 대체</a:t>
              </a:r>
              <a:endParaRPr/>
            </a:p>
          </p:txBody>
        </p:sp>
        <p:sp>
          <p:nvSpPr>
            <p:cNvPr id="275" name="Google Shape;275;p14"/>
            <p:cNvSpPr txBox="1"/>
            <p:nvPr/>
          </p:nvSpPr>
          <p:spPr>
            <a:xfrm>
              <a:off x="10341864" y="5101811"/>
              <a:ext cx="153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18275" rIns="27425" bIns="18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잠시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후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재시도</a:t>
              </a:r>
              <a:r>
                <a:rPr lang="en-US" sz="860" b="0" i="0" u="none" strike="noStrike" cap="none" dirty="0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860" b="0" i="0" u="none" strike="noStrike" cap="none" dirty="0" err="1">
                  <a:solidFill>
                    <a:srgbClr val="64748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안내</a:t>
              </a:r>
              <a:endParaRPr dirty="0"/>
            </a:p>
          </p:txBody>
        </p:sp>
      </p:grpSp>
      <p:sp>
        <p:nvSpPr>
          <p:cNvPr id="276" name="Google Shape;276;p14"/>
          <p:cNvSpPr/>
          <p:nvPr/>
        </p:nvSpPr>
        <p:spPr>
          <a:xfrm>
            <a:off x="1883664" y="6091518"/>
            <a:ext cx="10744200" cy="82296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 cap="flat" cmpd="sng">
            <a:solidFill>
              <a:srgbClr val="67E8F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2048256" y="62453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운영/데이터 보조 흐름</a:t>
            </a:r>
            <a:endParaRPr/>
          </a:p>
        </p:txBody>
      </p:sp>
      <p:sp>
        <p:nvSpPr>
          <p:cNvPr id="278" name="Google Shape;278;p14"/>
          <p:cNvSpPr txBox="1"/>
          <p:nvPr/>
        </p:nvSpPr>
        <p:spPr>
          <a:xfrm>
            <a:off x="4313814" y="6541641"/>
            <a:ext cx="996696" cy="140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" b="0" i="0" u="none" strike="noStrike" cap="none" dirty="0" err="1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</a:t>
            </a:r>
            <a:r>
              <a:rPr lang="en-US" sz="670" b="0" i="0" u="none" strike="noStrike" cap="none" dirty="0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70" b="0" i="0" u="none" strike="noStrike" cap="none" dirty="0" err="1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</a:t>
            </a:r>
            <a:r>
              <a:rPr lang="en-US" sz="670" b="0" i="0" u="none" strike="noStrike" cap="none" dirty="0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70" b="0" i="0" u="none" strike="noStrike" cap="none" dirty="0" err="1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670" b="0" i="0" u="none" strike="noStrike" cap="none" dirty="0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670" b="0" i="0" u="none" strike="noStrike" cap="none" dirty="0" err="1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endParaRPr dirty="0"/>
          </a:p>
        </p:txBody>
      </p:sp>
      <p:cxnSp>
        <p:nvCxnSpPr>
          <p:cNvPr id="279" name="Google Shape;279;p14"/>
          <p:cNvCxnSpPr/>
          <p:nvPr/>
        </p:nvCxnSpPr>
        <p:spPr>
          <a:xfrm>
            <a:off x="5385816" y="6601968"/>
            <a:ext cx="320040" cy="0"/>
          </a:xfrm>
          <a:prstGeom prst="straightConnector1">
            <a:avLst/>
          </a:prstGeom>
          <a:noFill/>
          <a:ln w="1395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0" name="Google Shape;280;p14"/>
          <p:cNvSpPr txBox="1"/>
          <p:nvPr/>
        </p:nvSpPr>
        <p:spPr>
          <a:xfrm>
            <a:off x="5705856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" b="0" i="0" u="none" strike="noStrike" cap="none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CSV/API 정제</a:t>
            </a:r>
            <a:endParaRPr/>
          </a:p>
        </p:txBody>
      </p:sp>
      <p:cxnSp>
        <p:nvCxnSpPr>
          <p:cNvPr id="281" name="Google Shape;281;p14"/>
          <p:cNvCxnSpPr/>
          <p:nvPr/>
        </p:nvCxnSpPr>
        <p:spPr>
          <a:xfrm>
            <a:off x="6485784" y="6601968"/>
            <a:ext cx="274320" cy="0"/>
          </a:xfrm>
          <a:prstGeom prst="straightConnector1">
            <a:avLst/>
          </a:prstGeom>
          <a:noFill/>
          <a:ln w="1395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2" name="Google Shape;282;p14"/>
          <p:cNvSpPr txBox="1"/>
          <p:nvPr/>
        </p:nvSpPr>
        <p:spPr>
          <a:xfrm>
            <a:off x="6803136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" b="0" i="0" u="none" strike="noStrike" cap="none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문서화·태그 생성</a:t>
            </a:r>
            <a:endParaRPr/>
          </a:p>
        </p:txBody>
      </p:sp>
      <p:cxnSp>
        <p:nvCxnSpPr>
          <p:cNvPr id="283" name="Google Shape;283;p14"/>
          <p:cNvCxnSpPr/>
          <p:nvPr/>
        </p:nvCxnSpPr>
        <p:spPr>
          <a:xfrm>
            <a:off x="7626096" y="6601968"/>
            <a:ext cx="274320" cy="0"/>
          </a:xfrm>
          <a:prstGeom prst="straightConnector1">
            <a:avLst/>
          </a:prstGeom>
          <a:noFill/>
          <a:ln w="1395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4" name="Google Shape;284;p14"/>
          <p:cNvSpPr txBox="1"/>
          <p:nvPr/>
        </p:nvSpPr>
        <p:spPr>
          <a:xfrm>
            <a:off x="7900416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" b="0" i="0" u="none" strike="noStrike" cap="none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FAISS 재색인</a:t>
            </a:r>
            <a:endParaRPr/>
          </a:p>
        </p:txBody>
      </p:sp>
      <p:cxnSp>
        <p:nvCxnSpPr>
          <p:cNvPr id="285" name="Google Shape;285;p14"/>
          <p:cNvCxnSpPr/>
          <p:nvPr/>
        </p:nvCxnSpPr>
        <p:spPr>
          <a:xfrm>
            <a:off x="8723376" y="6601968"/>
            <a:ext cx="274320" cy="0"/>
          </a:xfrm>
          <a:prstGeom prst="straightConnector1">
            <a:avLst/>
          </a:prstGeom>
          <a:noFill/>
          <a:ln w="1395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6" name="Google Shape;286;p14"/>
          <p:cNvSpPr txBox="1"/>
          <p:nvPr/>
        </p:nvSpPr>
        <p:spPr>
          <a:xfrm>
            <a:off x="8997696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" b="0" i="0" u="none" strike="noStrike" cap="none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Top-K 샘플 검수</a:t>
            </a:r>
            <a:endParaRPr/>
          </a:p>
        </p:txBody>
      </p:sp>
      <p:cxnSp>
        <p:nvCxnSpPr>
          <p:cNvPr id="287" name="Google Shape;287;p14"/>
          <p:cNvCxnSpPr/>
          <p:nvPr/>
        </p:nvCxnSpPr>
        <p:spPr>
          <a:xfrm>
            <a:off x="9842171" y="6601968"/>
            <a:ext cx="274321" cy="0"/>
          </a:xfrm>
          <a:prstGeom prst="straightConnector1">
            <a:avLst/>
          </a:prstGeom>
          <a:noFill/>
          <a:ln w="1395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8" name="Google Shape;288;p14"/>
          <p:cNvSpPr txBox="1"/>
          <p:nvPr/>
        </p:nvSpPr>
        <p:spPr>
          <a:xfrm>
            <a:off x="10094976" y="6510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" b="0" i="0" u="none" strike="noStrike" cap="none">
                <a:solidFill>
                  <a:srgbClr val="164E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반영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사용자 지정</PresentationFormat>
  <Paragraphs>119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dongyoon shin</cp:lastModifiedBy>
  <cp:revision>1</cp:revision>
  <dcterms:modified xsi:type="dcterms:W3CDTF">2026-07-11T08:56:44Z</dcterms:modified>
</cp:coreProperties>
</file>